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1" r:id="rId4"/>
    <p:sldId id="259" r:id="rId5"/>
    <p:sldId id="262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度样式 1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79" d="100"/>
          <a:sy n="79" d="100"/>
        </p:scale>
        <p:origin x="16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9450B-3650-4FFE-9C68-A0877C04C1E3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E2D0E0F-ED9D-458D-B1A4-A7EFADFABF45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469450B-3650-4FFE-9C68-A0877C04C1E3}" type="slidenum">
              <a:rPr lang="ru-RU" smtClean="0"/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175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7055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935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815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09982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299845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49987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699895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anose="020F0502020204030204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0" y="0"/>
          <a:ext cx="12192000" cy="685799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924050"/>
                <a:gridCol w="3502518"/>
                <a:gridCol w="3505264"/>
                <a:gridCol w="3260168"/>
              </a:tblGrid>
              <a:tr h="348034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УПРАВИТЕЛЬ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НАКШАТРА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НАКШАТРА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НАКШАТРА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714712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Кету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1. Ашвини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020°36′ - 033°56′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Рыбы → Овен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10. Магха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140°36′ - 153°56′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Лев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19. Мула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260°36′ - 273°56′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Скорпион → Стрелец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714712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Венера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2. Бхарани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033°56′ - 047°16′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Овен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11. Пурвапхалгуни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153°56′ - 167°16′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Лев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20. Пурваашадха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273°56′ - 287°16′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Стрелец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823343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Солнце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3. Криттика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047°16′ - 060°36′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Овен → Телец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12. Уттарапхалгуни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167°16′ - 180°36′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Лев → Дева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21. Уттараашадха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287°16′ - 300°36′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Стрелец → Козерог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714712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Луна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4. Рохини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060°36′ - 073°56′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Телец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13. Хаста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180°36′ - 193°56′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Дева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22. Шравана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300°36′ - 313°56′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Козерог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683638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Марс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5. Мригашира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073°56′ - 087°16′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Телец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14. Читра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193°56′ - 207°16′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Дева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23. Дхаништха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313°56′ - 327°16′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Козерог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714712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Раху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6. Ардра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087°16′ - 100°36′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Телец → Близнецы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15. Свати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207°16′ - 220°36′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Дева → Весы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24. Сатабхиша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327°16′ - 340°36′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Козерог → Водолей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714712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Юпитер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7. Пунарвасу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100°36′ - 113°56′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Близнецы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16. Вишакха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220°36′ - 233°56′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Весы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25. Пурвабхадрапада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340°36′ - 353°56′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Водолей → Рыбы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714712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Сатурн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8. Пушья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113°56′ - 127°16′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Близнецы → Рак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17. Анурадха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233°56′ - 247°16′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Весы → Скорпион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26. Уттарабхадрапада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353°56′ - 007°16′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Рыбы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714712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Меркурий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9. Ашлеша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127°16′ - 140°36′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Рак → Лев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18. Джйештха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247°16′ - 260°36′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Скорпион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27. Ревати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007°16′ - 020°36′</a:t>
                      </a:r>
                      <a:b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</a:b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Рыбы</a:t>
                      </a:r>
                      <a:endParaRPr sz="14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 algn="ctr">
                      <a:solidFill>
                        <a:schemeClr val="bg2">
                          <a:lumMod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0" y="633984"/>
          <a:ext cx="12192000" cy="590092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085287"/>
                <a:gridCol w="6106713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2400" b="1" dirty="0" smtClean="0"/>
                        <a:t>ТИП</a:t>
                      </a:r>
                      <a:r>
                        <a:rPr lang="ru-RU" sz="2400" b="1" baseline="0" dirty="0" smtClean="0"/>
                        <a:t> НАКШАТР</a:t>
                      </a:r>
                      <a:endParaRPr lang="ru-RU" sz="2400" b="1" dirty="0"/>
                    </a:p>
                  </a:txBody>
                  <a:tcPr anchor="ctr">
                    <a:lnR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dirty="0" smtClean="0"/>
                        <a:t>НАКШАТРЫ</a:t>
                      </a:r>
                      <a:endParaRPr lang="ru-RU" sz="2400" b="1" dirty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</a:tr>
              <a:tr h="922891"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smtClean="0"/>
                        <a:t>Фиксированные, неподвижные (</a:t>
                      </a:r>
                      <a:r>
                        <a:rPr lang="ru-RU" sz="2400" b="1" dirty="0" err="1" smtClean="0"/>
                        <a:t>Дхрува</a:t>
                      </a:r>
                      <a:r>
                        <a:rPr lang="ru-RU" sz="2400" b="1" dirty="0" smtClean="0"/>
                        <a:t>)</a:t>
                      </a:r>
                      <a:endParaRPr lang="ru-RU" sz="2400" b="1" dirty="0"/>
                    </a:p>
                  </a:txBody>
                  <a:tcPr anchor="ctr">
                    <a:lnR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err="1" smtClean="0"/>
                        <a:t>Рохини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Уттарапхалгуни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Уттарашадха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Уттарабахадрапада</a:t>
                      </a:r>
                      <a:endParaRPr lang="ru-RU" sz="2400" b="1" dirty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0681"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smtClean="0"/>
                        <a:t>Грозные, острые (</a:t>
                      </a:r>
                      <a:r>
                        <a:rPr lang="ru-RU" sz="2400" b="1" dirty="0" err="1" smtClean="0"/>
                        <a:t>Тикшна</a:t>
                      </a:r>
                      <a:r>
                        <a:rPr lang="ru-RU" sz="2400" b="1" dirty="0" smtClean="0"/>
                        <a:t>)</a:t>
                      </a:r>
                      <a:endParaRPr lang="ru-RU" sz="2400" b="1" dirty="0"/>
                    </a:p>
                  </a:txBody>
                  <a:tcPr anchor="ctr">
                    <a:lnR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err="1" smtClean="0"/>
                        <a:t>Ардра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Ашлеша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Джйештха</a:t>
                      </a:r>
                      <a:r>
                        <a:rPr lang="ru-RU" sz="2400" b="1" dirty="0" smtClean="0"/>
                        <a:t>, Мула</a:t>
                      </a:r>
                      <a:endParaRPr lang="ru-RU" sz="2400" b="1" dirty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5308"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smtClean="0"/>
                        <a:t>Свирепые, жестокие </a:t>
                      </a:r>
                      <a:r>
                        <a:rPr lang="ru-RU" sz="2400" b="1" smtClean="0"/>
                        <a:t>(Угра</a:t>
                      </a:r>
                      <a:r>
                        <a:rPr lang="ru-RU" sz="2400" b="1" dirty="0" smtClean="0"/>
                        <a:t>)</a:t>
                      </a:r>
                      <a:endParaRPr lang="ru-RU" sz="2400" b="1" dirty="0"/>
                    </a:p>
                  </a:txBody>
                  <a:tcPr anchor="ctr">
                    <a:lnR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2400" b="1" dirty="0" err="1" smtClean="0"/>
                        <a:t>Бхарани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Магха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Пурвапхалгуни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Пурвашадха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Пурвабхадрапада</a:t>
                      </a:r>
                      <a:endParaRPr lang="ru-RU" sz="2400" b="1" dirty="0" smtClean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8917"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smtClean="0"/>
                        <a:t>Быстрые, светлые (</a:t>
                      </a:r>
                      <a:r>
                        <a:rPr lang="ru-RU" sz="2400" b="1" dirty="0" err="1" smtClean="0"/>
                        <a:t>Кшипра</a:t>
                      </a:r>
                      <a:r>
                        <a:rPr lang="ru-RU" sz="2400" b="1" dirty="0" smtClean="0"/>
                        <a:t>)</a:t>
                      </a:r>
                      <a:endParaRPr lang="ru-RU" sz="2400" b="1" dirty="0"/>
                    </a:p>
                  </a:txBody>
                  <a:tcPr anchor="ctr">
                    <a:lnR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err="1" smtClean="0"/>
                        <a:t>Ашвини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Пушья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Хаста</a:t>
                      </a:r>
                      <a:endParaRPr lang="ru-RU" sz="2400" b="1" dirty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1196"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smtClean="0"/>
                        <a:t>Нежные, мягкие (</a:t>
                      </a:r>
                      <a:r>
                        <a:rPr lang="ru-RU" sz="2400" b="1" dirty="0" err="1" smtClean="0"/>
                        <a:t>Мриду</a:t>
                      </a:r>
                      <a:r>
                        <a:rPr lang="ru-RU" sz="2400" b="1" dirty="0" smtClean="0"/>
                        <a:t>)</a:t>
                      </a:r>
                      <a:endParaRPr lang="ru-RU" sz="2400" b="1" dirty="0"/>
                    </a:p>
                  </a:txBody>
                  <a:tcPr anchor="ctr">
                    <a:lnR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err="1" smtClean="0"/>
                        <a:t>Мригашира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Читра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Анурадха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Ревати</a:t>
                      </a:r>
                      <a:endParaRPr lang="ru-RU" sz="2400" b="1" dirty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5679"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smtClean="0"/>
                        <a:t>Нежно-грозные, смешанные </a:t>
                      </a:r>
                      <a:endParaRPr lang="ru-RU" sz="2400" b="1" dirty="0" smtClean="0"/>
                    </a:p>
                    <a:p>
                      <a:pPr algn="l"/>
                      <a:r>
                        <a:rPr lang="ru-RU" sz="2400" b="1" dirty="0" smtClean="0"/>
                        <a:t>(</a:t>
                      </a:r>
                      <a:r>
                        <a:rPr lang="ru-RU" sz="2400" b="1" dirty="0" err="1" smtClean="0"/>
                        <a:t>Мриду-Тикшна</a:t>
                      </a:r>
                      <a:r>
                        <a:rPr lang="ru-RU" sz="2400" b="1" dirty="0" smtClean="0"/>
                        <a:t>)</a:t>
                      </a:r>
                      <a:endParaRPr lang="ru-RU" sz="2400" b="1" dirty="0"/>
                    </a:p>
                  </a:txBody>
                  <a:tcPr anchor="ctr">
                    <a:lnR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err="1" smtClean="0"/>
                        <a:t>Криттика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Вишакха</a:t>
                      </a:r>
                      <a:endParaRPr lang="ru-RU" sz="2400" b="1" dirty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9056"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smtClean="0"/>
                        <a:t>Временные, подвижные (Чара)</a:t>
                      </a:r>
                      <a:endParaRPr lang="ru-RU" sz="2400" b="1" dirty="0"/>
                    </a:p>
                  </a:txBody>
                  <a:tcPr anchor="ctr">
                    <a:lnR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1" dirty="0" err="1" smtClean="0"/>
                        <a:t>Пунарвасу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Свати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Шравана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Дхаништха</a:t>
                      </a:r>
                      <a:r>
                        <a:rPr lang="ru-RU" sz="2400" b="1" dirty="0" smtClean="0"/>
                        <a:t>, </a:t>
                      </a:r>
                      <a:r>
                        <a:rPr lang="ru-RU" sz="2400" b="1" dirty="0" err="1" smtClean="0"/>
                        <a:t>Сатабхиша</a:t>
                      </a:r>
                      <a:endParaRPr lang="ru-RU" sz="2400" b="1" dirty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" name="Заголовок 1"/>
          <p:cNvSpPr txBox="1"/>
          <p:nvPr/>
        </p:nvSpPr>
        <p:spPr>
          <a:xfrm>
            <a:off x="325628" y="97536"/>
            <a:ext cx="11314176" cy="37592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0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</a:rPr>
              <a:t>Классификация </a:t>
            </a:r>
            <a:r>
              <a:rPr lang="ru-RU" sz="3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</a:rPr>
              <a:t>Накшатр</a:t>
            </a:r>
            <a:r>
              <a:rPr lang="ru-RU" sz="30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</a:rPr>
              <a:t> по типу (нраву)</a:t>
            </a:r>
            <a:endParaRPr lang="ru-RU" sz="30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0700" y="184912"/>
            <a:ext cx="11314176" cy="98355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</a:rPr>
              <a:t>Классификация </a:t>
            </a:r>
            <a:r>
              <a:rPr lang="ru-RU" sz="3600" b="1" dirty="0" err="1" smtClean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</a:rPr>
              <a:t>Накшатр</a:t>
            </a:r>
            <a:r>
              <a:rPr lang="ru-RU" sz="36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</a:rPr>
              <a:t> по происхождению</a:t>
            </a:r>
            <a:endParaRPr lang="ru-RU" sz="36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31775" y="1713484"/>
            <a:ext cx="11892026" cy="475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ru-RU" sz="2600" b="1" dirty="0" smtClean="0">
                <a:latin typeface="Cambria" panose="02040503050406030204" pitchFamily="18" charset="0"/>
              </a:rPr>
              <a:t>Божественные </a:t>
            </a:r>
            <a:r>
              <a:rPr lang="ru-RU" sz="2600" b="1" i="1" dirty="0" smtClean="0">
                <a:latin typeface="Cambria" panose="02040503050406030204" pitchFamily="18" charset="0"/>
              </a:rPr>
              <a:t>(</a:t>
            </a:r>
            <a:r>
              <a:rPr lang="ru-RU" sz="2600" b="1" i="1" dirty="0" err="1" smtClean="0">
                <a:latin typeface="Cambria" panose="02040503050406030204" pitchFamily="18" charset="0"/>
              </a:rPr>
              <a:t>Дэвата</a:t>
            </a:r>
            <a:r>
              <a:rPr lang="ru-RU" sz="2600" b="1" i="1" dirty="0" smtClean="0">
                <a:latin typeface="Cambria" panose="02040503050406030204" pitchFamily="18" charset="0"/>
              </a:rPr>
              <a:t>): </a:t>
            </a:r>
            <a:r>
              <a:rPr lang="ru-RU" sz="2600" b="1" dirty="0" err="1" smtClean="0">
                <a:latin typeface="Cambria" panose="02040503050406030204" pitchFamily="18" charset="0"/>
              </a:rPr>
              <a:t>Ашвини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Мригашира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Пунарвасу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Пушья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Хаста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Свати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Анурадха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Шравана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Ревати</a:t>
            </a:r>
            <a:r>
              <a:rPr lang="ru-RU" sz="2600" b="1" dirty="0" smtClean="0">
                <a:latin typeface="Cambria" panose="02040503050406030204" pitchFamily="18" charset="0"/>
              </a:rPr>
              <a:t>.</a:t>
            </a:r>
            <a:endParaRPr lang="ru-RU" sz="2600" b="1" dirty="0" smtClean="0">
              <a:latin typeface="Cambria" panose="02040503050406030204" pitchFamily="18" charset="0"/>
            </a:endParaRP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endParaRPr lang="ru-RU" sz="800" b="1" dirty="0" smtClean="0">
              <a:latin typeface="Cambria" panose="02040503050406030204" pitchFamily="18" charset="0"/>
            </a:endParaRP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ru-RU" sz="2600" b="1" dirty="0" smtClean="0">
                <a:latin typeface="Cambria" panose="02040503050406030204" pitchFamily="18" charset="0"/>
              </a:rPr>
              <a:t>Человеческие </a:t>
            </a:r>
            <a:r>
              <a:rPr lang="ru-RU" sz="2600" b="1" i="1" dirty="0" smtClean="0">
                <a:latin typeface="Cambria" panose="02040503050406030204" pitchFamily="18" charset="0"/>
              </a:rPr>
              <a:t>(</a:t>
            </a:r>
            <a:r>
              <a:rPr lang="ru-RU" sz="2600" b="1" i="1" dirty="0" err="1" smtClean="0">
                <a:latin typeface="Cambria" panose="02040503050406030204" pitchFamily="18" charset="0"/>
              </a:rPr>
              <a:t>Манушья</a:t>
            </a:r>
            <a:r>
              <a:rPr lang="ru-RU" sz="2600" b="1" i="1" dirty="0" smtClean="0">
                <a:latin typeface="Cambria" panose="02040503050406030204" pitchFamily="18" charset="0"/>
              </a:rPr>
              <a:t>): </a:t>
            </a:r>
            <a:r>
              <a:rPr lang="ru-RU" sz="2600" b="1" dirty="0" err="1" smtClean="0">
                <a:latin typeface="Cambria" panose="02040503050406030204" pitchFamily="18" charset="0"/>
              </a:rPr>
              <a:t>Бхарани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Рохини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Ардра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Пурвапхалгуни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Уттарапхалгуни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Пурвашадха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Уттарашадха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Пурвабхадрапада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Уттарабхадрапада</a:t>
            </a:r>
            <a:r>
              <a:rPr lang="ru-RU" sz="2600" b="1" dirty="0" smtClean="0">
                <a:latin typeface="Cambria" panose="02040503050406030204" pitchFamily="18" charset="0"/>
              </a:rPr>
              <a:t>. </a:t>
            </a:r>
            <a:endParaRPr lang="ru-RU" sz="2600" b="1" dirty="0" smtClean="0">
              <a:latin typeface="Cambria" panose="02040503050406030204" pitchFamily="18" charset="0"/>
            </a:endParaRP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endParaRPr lang="ru-RU" sz="800" b="1" dirty="0" smtClean="0">
              <a:latin typeface="Cambria" panose="02040503050406030204" pitchFamily="18" charset="0"/>
            </a:endParaRP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ru-RU" sz="2600" b="1" dirty="0" smtClean="0">
                <a:latin typeface="Cambria" panose="02040503050406030204" pitchFamily="18" charset="0"/>
              </a:rPr>
              <a:t>Демонические </a:t>
            </a:r>
            <a:r>
              <a:rPr lang="ru-RU" sz="2600" b="1" i="1" dirty="0" smtClean="0">
                <a:latin typeface="Cambria" panose="02040503050406030204" pitchFamily="18" charset="0"/>
              </a:rPr>
              <a:t>(</a:t>
            </a:r>
            <a:r>
              <a:rPr lang="ru-RU" sz="2600" b="1" i="1" dirty="0" err="1" smtClean="0">
                <a:latin typeface="Cambria" panose="02040503050406030204" pitchFamily="18" charset="0"/>
              </a:rPr>
              <a:t>Ракшаса</a:t>
            </a:r>
            <a:r>
              <a:rPr lang="ru-RU" sz="2600" b="1" i="1" dirty="0" smtClean="0">
                <a:latin typeface="Cambria" panose="02040503050406030204" pitchFamily="18" charset="0"/>
              </a:rPr>
              <a:t>): </a:t>
            </a:r>
            <a:r>
              <a:rPr lang="ru-RU" sz="2600" b="1" dirty="0" err="1" smtClean="0">
                <a:latin typeface="Cambria" panose="02040503050406030204" pitchFamily="18" charset="0"/>
              </a:rPr>
              <a:t>Криттика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Ашлеша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Магха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Читра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Вишакха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 smtClean="0">
                <a:latin typeface="Cambria" panose="02040503050406030204" pitchFamily="18" charset="0"/>
              </a:rPr>
              <a:t>Джйештха</a:t>
            </a:r>
            <a:r>
              <a:rPr lang="ru-RU" sz="2600" b="1" dirty="0" smtClean="0">
                <a:latin typeface="Cambria" panose="02040503050406030204" pitchFamily="18" charset="0"/>
              </a:rPr>
              <a:t>, Мула, </a:t>
            </a:r>
            <a:r>
              <a:rPr lang="ru-RU" sz="2600" b="1" dirty="0" err="1" smtClean="0">
                <a:latin typeface="Cambria" panose="02040503050406030204" pitchFamily="18" charset="0"/>
              </a:rPr>
              <a:t>Дхаништха</a:t>
            </a:r>
            <a:r>
              <a:rPr lang="ru-RU" sz="2600" b="1" dirty="0" smtClean="0">
                <a:latin typeface="Cambria" panose="02040503050406030204" pitchFamily="18" charset="0"/>
              </a:rPr>
              <a:t>, </a:t>
            </a:r>
            <a:r>
              <a:rPr lang="ru-RU" sz="2600" b="1" dirty="0" err="1">
                <a:latin typeface="Cambria" panose="02040503050406030204" pitchFamily="18" charset="0"/>
              </a:rPr>
              <a:t>С</a:t>
            </a:r>
            <a:r>
              <a:rPr lang="ru-RU" sz="2600" b="1" dirty="0" err="1" smtClean="0">
                <a:latin typeface="Cambria" panose="02040503050406030204" pitchFamily="18" charset="0"/>
              </a:rPr>
              <a:t>атабхиша</a:t>
            </a:r>
            <a:r>
              <a:rPr lang="ru-RU" sz="2600" b="1" dirty="0" smtClean="0">
                <a:latin typeface="Cambria" panose="02040503050406030204" pitchFamily="18" charset="0"/>
              </a:rPr>
              <a:t>. </a:t>
            </a:r>
            <a:endParaRPr lang="ru-RU" sz="2600" b="1" dirty="0" smtClean="0">
              <a:latin typeface="Cambria" panose="020405030504060302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9478" y="944047"/>
            <a:ext cx="8980600" cy="18774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900" b="1" dirty="0" smtClean="0"/>
              <a:t>Номер лунного дня (с 1-го по 15-й) + </a:t>
            </a:r>
            <a:endParaRPr lang="ru-RU" sz="2900" b="1" dirty="0" smtClean="0"/>
          </a:p>
          <a:p>
            <a:r>
              <a:rPr lang="ru-RU" sz="2900" b="1" dirty="0" smtClean="0"/>
              <a:t>Номер дня недели (считая Воскресенье за 1-й день) + </a:t>
            </a:r>
            <a:endParaRPr lang="ru-RU" sz="2900" b="1" dirty="0" smtClean="0"/>
          </a:p>
          <a:p>
            <a:r>
              <a:rPr lang="ru-RU" sz="2900" b="1" dirty="0" smtClean="0"/>
              <a:t>Номер </a:t>
            </a:r>
            <a:r>
              <a:rPr lang="ru-RU" sz="2900" b="1" dirty="0" err="1" smtClean="0"/>
              <a:t>Накшатры</a:t>
            </a:r>
            <a:r>
              <a:rPr lang="ru-RU" sz="2900" b="1" dirty="0" smtClean="0"/>
              <a:t> (считая </a:t>
            </a:r>
            <a:r>
              <a:rPr lang="ru-RU" sz="2900" b="1" dirty="0" err="1" smtClean="0"/>
              <a:t>Ашвини</a:t>
            </a:r>
            <a:r>
              <a:rPr lang="ru-RU" sz="2900" b="1" dirty="0" smtClean="0"/>
              <a:t> за 1-ю </a:t>
            </a:r>
            <a:r>
              <a:rPr lang="ru-RU" sz="2900" b="1" dirty="0" err="1" smtClean="0"/>
              <a:t>Накшатру</a:t>
            </a:r>
            <a:r>
              <a:rPr lang="ru-RU" sz="2900" b="1" dirty="0" smtClean="0"/>
              <a:t>) + </a:t>
            </a:r>
            <a:endParaRPr lang="ru-RU" sz="2900" b="1" dirty="0" smtClean="0"/>
          </a:p>
          <a:p>
            <a:r>
              <a:rPr lang="ru-RU" sz="2900" b="1" dirty="0" smtClean="0"/>
              <a:t>Номер </a:t>
            </a:r>
            <a:r>
              <a:rPr lang="ru-RU" sz="2900" b="1" dirty="0" err="1" smtClean="0"/>
              <a:t>Лагны</a:t>
            </a:r>
            <a:r>
              <a:rPr lang="ru-RU" sz="2900" b="1" dirty="0" smtClean="0"/>
              <a:t> (считая Овна за 1-ю </a:t>
            </a:r>
            <a:r>
              <a:rPr lang="ru-RU" sz="2900" b="1" dirty="0" err="1" smtClean="0"/>
              <a:t>Лагну</a:t>
            </a:r>
            <a:r>
              <a:rPr lang="ru-RU" sz="2900" b="1" dirty="0" smtClean="0"/>
              <a:t>)</a:t>
            </a:r>
            <a:endParaRPr lang="ru-RU" sz="2900" b="1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2938117" y="3468115"/>
            <a:ext cx="8952218" cy="1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051070" y="3867624"/>
            <a:ext cx="53251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5000" b="1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9</a:t>
            </a:r>
            <a:endParaRPr lang="ru-RU" sz="500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04" y="3114172"/>
            <a:ext cx="29322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 smtClean="0"/>
              <a:t>ПАНЧАНГА =</a:t>
            </a:r>
            <a:endParaRPr lang="ru-RU" sz="40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Ретро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2234</Words>
  <Application>WPS Presentation</Application>
  <PresentationFormat>Широкоэкранный</PresentationFormat>
  <Paragraphs>132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6" baseType="lpstr">
      <vt:lpstr>Arial</vt:lpstr>
      <vt:lpstr>SimSun</vt:lpstr>
      <vt:lpstr>Wingdings</vt:lpstr>
      <vt:lpstr>Calibri</vt:lpstr>
      <vt:lpstr>Times New Roman</vt:lpstr>
      <vt:lpstr>Cambria</vt:lpstr>
      <vt:lpstr>Cambria Math</vt:lpstr>
      <vt:lpstr>Microsoft YaHei</vt:lpstr>
      <vt:lpstr>Arial Unicode MS</vt:lpstr>
      <vt:lpstr>Calibri Light</vt:lpstr>
      <vt:lpstr>Calibri</vt:lpstr>
      <vt:lpstr>Ретро</vt:lpstr>
      <vt:lpstr>PowerPoint 演示文稿</vt:lpstr>
      <vt:lpstr>PowerPoint 演示文稿</vt:lpstr>
      <vt:lpstr>Классификация Накшатр по происхождению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WPS_1704580280</cp:lastModifiedBy>
  <cp:revision>27</cp:revision>
  <dcterms:created xsi:type="dcterms:W3CDTF">2015-04-24T05:39:00Z</dcterms:created>
  <dcterms:modified xsi:type="dcterms:W3CDTF">2025-12-26T11:14:15Z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3B543400A42044B6AEA052D8F71C3C51_12</vt:lpwstr>
  </property>
  <property fmtid="{D5CDD505-2E9C-101B-9397-08002B2CF9AE}" pid="3" name="KSOProductBuildVer">
    <vt:lpwstr>1049-12.2.0.23196</vt:lpwstr>
  </property>
</Properties>
</file>