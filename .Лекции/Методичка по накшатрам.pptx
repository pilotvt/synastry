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8" r:id="rId1"/>
  </p:sldMasterIdLst>
  <p:sldIdLst>
    <p:sldId id="256" r:id="rId2"/>
    <p:sldId id="261" r:id="rId3"/>
    <p:sldId id="259" r:id="rId4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05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52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89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21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52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90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3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79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41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38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60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2D0E0F-ED9D-458D-B1A4-A7EFADFABF45}" type="datetimeFigureOut">
              <a:rPr lang="ru-RU" smtClean="0"/>
              <a:t>25.04.2015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69450B-3650-4FFE-9C68-A0877C04C1E3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4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093847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685936"/>
                <a:gridCol w="1740632"/>
                <a:gridCol w="3505264"/>
                <a:gridCol w="3260168"/>
              </a:tblGrid>
              <a:tr h="348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НАКШАТРА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УПРАВИТЕЛЬ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НАКШАТРА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НАКШАТРА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Ашвини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0°</a:t>
                      </a:r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- 13°20´Овна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Кету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Магха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0°00-13°20´ Льва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 Мула</a:t>
                      </a: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0°00-13°20´ Стрельца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Бхарани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13°20´- 26°40´Овна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Венера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Пурвапхалгуни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13°20´- 26°40´Льва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Пурвашадха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13°20´-26°40´Стрельца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23343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Криттика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26°40´Овна - 10°00´Тельца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Солнце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Уттарапхалгуни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26°40´ Льва - 10°00´ Девы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Уттарашадха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26°40</a:t>
                      </a:r>
                      <a:r>
                        <a:rPr lang="ru-RU" sz="1800" b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Стрельца-10°00 Козерога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Рохини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10°00´- 23°20´Тельца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Луна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Хаста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10°00´- 23°20´Девы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Шравана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10°00´- 23</a:t>
                      </a:r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°20´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Козерога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83638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Мригашира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23°20´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Тельца</a:t>
                      </a:r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-6°40´Близнецов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Марс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Читра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23°20´ Девы - 6°40´ Весов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Дхаништха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23°20´Козерога-6°40´ Водолея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Ардра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6°40´- 20°00´Близнецов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err="1" smtClean="0"/>
                        <a:t>Раху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Свати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6°40</a:t>
                      </a:r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´- 20°00´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Весов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Сатабхиша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6°40´- 20°00´Водолея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Пунарвасу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20°00´Близнецов</a:t>
                      </a:r>
                      <a:r>
                        <a:rPr lang="ru-RU" sz="1800" b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- 3°20´Рака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Юпитер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Вишакха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20°00´Весов-3°20´Скорпиона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Пурвабхадрапада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20°00´Водолея - 3°20´ Рыб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Пушья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3°20´- 16°40´Рака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Сатурн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Анурадха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3°20´- 16°40´ Скорпиона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Уттарабхадрапада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3°20´- 16°40´ Рыб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14712"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Ашлеша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16°40´- 30°00´Рака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Меркурий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Джйештха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16°40´- 30°00´Скорпиона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 </a:t>
                      </a:r>
                      <a:r>
                        <a:rPr lang="ru-RU" sz="20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Ревати</a:t>
                      </a:r>
                      <a:endParaRPr lang="ru-RU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16°40´- 30°00´Рыб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0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008167"/>
              </p:ext>
            </p:extLst>
          </p:nvPr>
        </p:nvGraphicFramePr>
        <p:xfrm>
          <a:off x="0" y="633984"/>
          <a:ext cx="12192000" cy="59009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85287"/>
                <a:gridCol w="610671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ТИП</a:t>
                      </a:r>
                      <a:r>
                        <a:rPr lang="ru-RU" sz="2400" b="1" baseline="0" dirty="0" smtClean="0"/>
                        <a:t> НАКШАТР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НАКШАТРЫ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22891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Фиксированные, неподвижные (</a:t>
                      </a:r>
                      <a:r>
                        <a:rPr lang="ru-RU" sz="2400" b="1" dirty="0" err="1" smtClean="0"/>
                        <a:t>Дхрува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Рохини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Уттарапхалгуни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Уттарашадха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Уттарабахадрапада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681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Грозные, острые (</a:t>
                      </a:r>
                      <a:r>
                        <a:rPr lang="ru-RU" sz="2400" b="1" dirty="0" err="1" smtClean="0"/>
                        <a:t>Тикшна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Ардра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Ашлеша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Джйештха</a:t>
                      </a:r>
                      <a:r>
                        <a:rPr lang="ru-RU" sz="2400" b="1" dirty="0" smtClean="0"/>
                        <a:t>, Мула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308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Свирепые, жестокие </a:t>
                      </a:r>
                      <a:r>
                        <a:rPr lang="ru-RU" sz="2400" b="1" smtClean="0"/>
                        <a:t>(Угра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err="1" smtClean="0"/>
                        <a:t>Бхарани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Магха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Пурвапхалгуни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Пурвашадха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Пурвабхадрапада</a:t>
                      </a:r>
                      <a:endParaRPr lang="ru-RU" sz="24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917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Быстрые, светлые (</a:t>
                      </a:r>
                      <a:r>
                        <a:rPr lang="ru-RU" sz="2400" b="1" dirty="0" err="1" smtClean="0"/>
                        <a:t>Кшипра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Ашвини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Пушья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Хаста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196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Нежные, мягкие (</a:t>
                      </a:r>
                      <a:r>
                        <a:rPr lang="ru-RU" sz="2400" b="1" dirty="0" err="1" smtClean="0"/>
                        <a:t>Мриду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Мригашира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Читра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Анурадха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Ревати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679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Нежно-грозные, смешанные </a:t>
                      </a:r>
                    </a:p>
                    <a:p>
                      <a:pPr algn="l"/>
                      <a:r>
                        <a:rPr lang="ru-RU" sz="2400" b="1" dirty="0" smtClean="0"/>
                        <a:t>(</a:t>
                      </a:r>
                      <a:r>
                        <a:rPr lang="ru-RU" sz="2400" b="1" dirty="0" err="1" smtClean="0"/>
                        <a:t>Мриду-Тикшна</a:t>
                      </a:r>
                      <a:r>
                        <a:rPr lang="ru-RU" sz="2400" b="1" dirty="0" smtClean="0"/>
                        <a:t>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Криттика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Вишакха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056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smtClean="0"/>
                        <a:t>Временные, подвижные (Чара)</a:t>
                      </a:r>
                      <a:endParaRPr lang="ru-RU" sz="2400" b="1" dirty="0"/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 err="1" smtClean="0"/>
                        <a:t>Пунарвасу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Свати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Шравана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Дхаништха</a:t>
                      </a:r>
                      <a:r>
                        <a:rPr lang="ru-RU" sz="2400" b="1" dirty="0" smtClean="0"/>
                        <a:t>, </a:t>
                      </a:r>
                      <a:r>
                        <a:rPr lang="ru-RU" sz="2400" b="1" dirty="0" err="1" smtClean="0"/>
                        <a:t>Сатабхиша</a:t>
                      </a:r>
                      <a:endParaRPr lang="ru-RU" sz="2400" b="1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Заголовок 1"/>
          <p:cNvSpPr txBox="1">
            <a:spLocks/>
          </p:cNvSpPr>
          <p:nvPr/>
        </p:nvSpPr>
        <p:spPr>
          <a:xfrm>
            <a:off x="325628" y="97536"/>
            <a:ext cx="11314176" cy="3759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Классификация </a:t>
            </a:r>
            <a:r>
              <a:rPr lang="ru-RU" sz="3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Накшатр</a:t>
            </a:r>
            <a:r>
              <a:rPr lang="ru-RU"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 по типу (нраву)</a:t>
            </a:r>
            <a:endParaRPr lang="ru-RU" sz="3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1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700" y="184912"/>
            <a:ext cx="11314176" cy="98355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Классификация </a:t>
            </a:r>
            <a:r>
              <a:rPr lang="ru-RU" sz="3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Накшатр</a:t>
            </a:r>
            <a:r>
              <a:rPr lang="ru-RU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 по происхождению</a:t>
            </a:r>
            <a:endParaRPr lang="ru-RU" sz="36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1775" y="1713484"/>
            <a:ext cx="11892026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600" b="1" dirty="0" smtClean="0">
                <a:latin typeface="Cambria" panose="02040503050406030204" pitchFamily="18" charset="0"/>
              </a:rPr>
              <a:t>Божественные </a:t>
            </a:r>
            <a:r>
              <a:rPr lang="ru-RU" sz="2600" b="1" i="1" dirty="0" smtClean="0">
                <a:latin typeface="Cambria" panose="02040503050406030204" pitchFamily="18" charset="0"/>
              </a:rPr>
              <a:t>(</a:t>
            </a:r>
            <a:r>
              <a:rPr lang="ru-RU" sz="2600" b="1" i="1" dirty="0" err="1" smtClean="0">
                <a:latin typeface="Cambria" panose="02040503050406030204" pitchFamily="18" charset="0"/>
              </a:rPr>
              <a:t>Дэвата</a:t>
            </a:r>
            <a:r>
              <a:rPr lang="ru-RU" sz="2600" b="1" i="1" dirty="0" smtClean="0">
                <a:latin typeface="Cambria" panose="02040503050406030204" pitchFamily="18" charset="0"/>
              </a:rPr>
              <a:t>): </a:t>
            </a:r>
            <a:r>
              <a:rPr lang="ru-RU" sz="2600" b="1" dirty="0" err="1" smtClean="0">
                <a:latin typeface="Cambria" panose="02040503050406030204" pitchFamily="18" charset="0"/>
              </a:rPr>
              <a:t>Ашвини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Мригашира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Пунарвасу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Пушья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Хаста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Свати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Анурадха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Шравана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Ревати</a:t>
            </a:r>
            <a:r>
              <a:rPr lang="ru-RU" sz="2600" b="1" dirty="0" smtClean="0">
                <a:latin typeface="Cambria" panose="02040503050406030204" pitchFamily="18" charset="0"/>
              </a:rPr>
              <a:t>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ru-RU" sz="800" b="1" dirty="0" smtClean="0">
              <a:latin typeface="Cambria" panose="020405030504060302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600" b="1" dirty="0" smtClean="0">
                <a:latin typeface="Cambria" panose="02040503050406030204" pitchFamily="18" charset="0"/>
              </a:rPr>
              <a:t>Человеческие </a:t>
            </a:r>
            <a:r>
              <a:rPr lang="ru-RU" sz="2600" b="1" i="1" dirty="0" smtClean="0">
                <a:latin typeface="Cambria" panose="02040503050406030204" pitchFamily="18" charset="0"/>
              </a:rPr>
              <a:t>(</a:t>
            </a:r>
            <a:r>
              <a:rPr lang="ru-RU" sz="2600" b="1" i="1" dirty="0" err="1" smtClean="0">
                <a:latin typeface="Cambria" panose="02040503050406030204" pitchFamily="18" charset="0"/>
              </a:rPr>
              <a:t>Манушья</a:t>
            </a:r>
            <a:r>
              <a:rPr lang="ru-RU" sz="2600" b="1" i="1" dirty="0" smtClean="0">
                <a:latin typeface="Cambria" panose="02040503050406030204" pitchFamily="18" charset="0"/>
              </a:rPr>
              <a:t>): </a:t>
            </a:r>
            <a:r>
              <a:rPr lang="ru-RU" sz="2600" b="1" dirty="0" err="1" smtClean="0">
                <a:latin typeface="Cambria" panose="02040503050406030204" pitchFamily="18" charset="0"/>
              </a:rPr>
              <a:t>Бхарани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Рохини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Ардра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Пурвапхалгуни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Уттарапхалгуни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Пурвашадха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Уттарашадха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Пурвабхадрапада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Уттарабхадрапада</a:t>
            </a:r>
            <a:r>
              <a:rPr lang="ru-RU" sz="2600" b="1" dirty="0" smtClean="0">
                <a:latin typeface="Cambria" panose="02040503050406030204" pitchFamily="18" charset="0"/>
              </a:rPr>
              <a:t>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ru-RU" sz="800" b="1" dirty="0" smtClean="0">
              <a:latin typeface="Cambria" panose="020405030504060302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600" b="1" dirty="0" smtClean="0">
                <a:latin typeface="Cambria" panose="02040503050406030204" pitchFamily="18" charset="0"/>
              </a:rPr>
              <a:t>Демонические </a:t>
            </a:r>
            <a:r>
              <a:rPr lang="ru-RU" sz="2600" b="1" i="1" dirty="0" smtClean="0">
                <a:latin typeface="Cambria" panose="02040503050406030204" pitchFamily="18" charset="0"/>
              </a:rPr>
              <a:t>(</a:t>
            </a:r>
            <a:r>
              <a:rPr lang="ru-RU" sz="2600" b="1" i="1" dirty="0" err="1" smtClean="0">
                <a:latin typeface="Cambria" panose="02040503050406030204" pitchFamily="18" charset="0"/>
              </a:rPr>
              <a:t>Ракшаса</a:t>
            </a:r>
            <a:r>
              <a:rPr lang="ru-RU" sz="2600" b="1" i="1" dirty="0" smtClean="0">
                <a:latin typeface="Cambria" panose="02040503050406030204" pitchFamily="18" charset="0"/>
              </a:rPr>
              <a:t>): </a:t>
            </a:r>
            <a:r>
              <a:rPr lang="ru-RU" sz="2600" b="1" dirty="0" err="1" smtClean="0">
                <a:latin typeface="Cambria" panose="02040503050406030204" pitchFamily="18" charset="0"/>
              </a:rPr>
              <a:t>Криттика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Ашлеша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Магха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Читра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Вишакха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 smtClean="0">
                <a:latin typeface="Cambria" panose="02040503050406030204" pitchFamily="18" charset="0"/>
              </a:rPr>
              <a:t>Джйештха</a:t>
            </a:r>
            <a:r>
              <a:rPr lang="ru-RU" sz="2600" b="1" dirty="0" smtClean="0">
                <a:latin typeface="Cambria" panose="02040503050406030204" pitchFamily="18" charset="0"/>
              </a:rPr>
              <a:t>, Мула, </a:t>
            </a:r>
            <a:r>
              <a:rPr lang="ru-RU" sz="2600" b="1" dirty="0" err="1" smtClean="0">
                <a:latin typeface="Cambria" panose="02040503050406030204" pitchFamily="18" charset="0"/>
              </a:rPr>
              <a:t>Дхаништха</a:t>
            </a:r>
            <a:r>
              <a:rPr lang="ru-RU" sz="2600" b="1" dirty="0" smtClean="0">
                <a:latin typeface="Cambria" panose="02040503050406030204" pitchFamily="18" charset="0"/>
              </a:rPr>
              <a:t>, </a:t>
            </a:r>
            <a:r>
              <a:rPr lang="ru-RU" sz="2600" b="1" dirty="0" err="1">
                <a:latin typeface="Cambria" panose="02040503050406030204" pitchFamily="18" charset="0"/>
              </a:rPr>
              <a:t>С</a:t>
            </a:r>
            <a:r>
              <a:rPr lang="ru-RU" sz="2600" b="1" dirty="0" err="1" smtClean="0">
                <a:latin typeface="Cambria" panose="02040503050406030204" pitchFamily="18" charset="0"/>
              </a:rPr>
              <a:t>атабхиша</a:t>
            </a:r>
            <a:r>
              <a:rPr lang="ru-RU" sz="2600" b="1" dirty="0" smtClean="0">
                <a:latin typeface="Cambria" panose="020405030504060302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2759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9478" y="944047"/>
            <a:ext cx="898060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900" b="1" dirty="0" smtClean="0"/>
              <a:t>Номер лунного дня (с 1-го по 15-й) + </a:t>
            </a:r>
          </a:p>
          <a:p>
            <a:r>
              <a:rPr lang="ru-RU" sz="2900" b="1" dirty="0" smtClean="0"/>
              <a:t>Номер дня недели (считая Воскресенье за 1-й день) + </a:t>
            </a:r>
          </a:p>
          <a:p>
            <a:r>
              <a:rPr lang="ru-RU" sz="2900" b="1" dirty="0" smtClean="0"/>
              <a:t>Номер </a:t>
            </a:r>
            <a:r>
              <a:rPr lang="ru-RU" sz="2900" b="1" dirty="0" err="1" smtClean="0"/>
              <a:t>Накшатры</a:t>
            </a:r>
            <a:r>
              <a:rPr lang="ru-RU" sz="2900" b="1" dirty="0" smtClean="0"/>
              <a:t> (считая </a:t>
            </a:r>
            <a:r>
              <a:rPr lang="ru-RU" sz="2900" b="1" dirty="0" err="1" smtClean="0"/>
              <a:t>Ашвини</a:t>
            </a:r>
            <a:r>
              <a:rPr lang="ru-RU" sz="2900" b="1" dirty="0" smtClean="0"/>
              <a:t> за 1-ю </a:t>
            </a:r>
            <a:r>
              <a:rPr lang="ru-RU" sz="2900" b="1" dirty="0" err="1" smtClean="0"/>
              <a:t>Накшатру</a:t>
            </a:r>
            <a:r>
              <a:rPr lang="ru-RU" sz="2900" b="1" dirty="0" smtClean="0"/>
              <a:t>) + </a:t>
            </a:r>
          </a:p>
          <a:p>
            <a:r>
              <a:rPr lang="ru-RU" sz="2900" b="1" dirty="0" smtClean="0"/>
              <a:t>Номер </a:t>
            </a:r>
            <a:r>
              <a:rPr lang="ru-RU" sz="2900" b="1" dirty="0" err="1" smtClean="0"/>
              <a:t>Лагны</a:t>
            </a:r>
            <a:r>
              <a:rPr lang="ru-RU" sz="2900" b="1" dirty="0" smtClean="0"/>
              <a:t> (считая Овна за 1-ю </a:t>
            </a:r>
            <a:r>
              <a:rPr lang="ru-RU" sz="2900" b="1" dirty="0" err="1" smtClean="0"/>
              <a:t>Лагну</a:t>
            </a:r>
            <a:r>
              <a:rPr lang="ru-RU" sz="2900" b="1" dirty="0" smtClean="0"/>
              <a:t>)</a:t>
            </a:r>
            <a:endParaRPr lang="ru-RU" sz="2900" b="1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938117" y="3468115"/>
            <a:ext cx="8952218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51070" y="3867624"/>
            <a:ext cx="5325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r>
            <a:endParaRPr lang="ru-RU" sz="5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04" y="3114172"/>
            <a:ext cx="2932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/>
              <a:t>ПАНЧАНГА =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40752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317</TotalTime>
  <Words>403</Words>
  <Application>Microsoft Office PowerPoint</Application>
  <PresentationFormat>Широкоэкранный</PresentationFormat>
  <Paragraphs>97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Calibri</vt:lpstr>
      <vt:lpstr>Calibri Light</vt:lpstr>
      <vt:lpstr>Cambria</vt:lpstr>
      <vt:lpstr>Cambria Math</vt:lpstr>
      <vt:lpstr>Times New Roman</vt:lpstr>
      <vt:lpstr>Ретро</vt:lpstr>
      <vt:lpstr>Презентация PowerPoint</vt:lpstr>
      <vt:lpstr>Презентация PowerPoint</vt:lpstr>
      <vt:lpstr>Классификация Накшатр по происхождению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26</cp:revision>
  <dcterms:created xsi:type="dcterms:W3CDTF">2015-04-24T05:39:24Z</dcterms:created>
  <dcterms:modified xsi:type="dcterms:W3CDTF">2015-04-25T18:19:00Z</dcterms:modified>
</cp:coreProperties>
</file>